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[여기에 과제명을 입력하세요]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[성명], [사번]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[성명1], [성명2]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해결하고자 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분산된 사내 지식으로 인한 업무 비효율성 해결 및 반복 보고 업무 자동화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문제가 중요한가? (비즈니스 임팩트)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해결되지 않으면 어떤 손실이 발생하는지 간략히 서술하세요.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RAG 기반 지식 검색 시스템 + 멀티 에이전트 워크플로우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구성: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[역할]  →  Agent 2 [역할]  →  Agent 3 [역할]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기술 스택: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/ MCP / Azure OpenAI / RAG Pipeline 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[수치 1]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지표 설명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지표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[수치 2]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지표 설명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지표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[수치 3]</a:t>
            </a:r>
            <a:endParaRPr lang="en-US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지표 설명 (예: 업무 자동화율, 정보 검색 시간 단축 등)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"프로젝트의 핵심 가치를 한 문장으로 정의하세요.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RAG와 멀티 에이전트 기술로 업무 정보 검색 시간을 80% 단축했습니다."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0" name="Text 8"/>
          <p:cNvSpPr/>
          <p:nvPr/>
        </p:nvSpPr>
        <p:spPr>
          <a:xfrm>
            <a:off x="530352" y="1888236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시스템 아키텍처 다이어그램 ]</a:t>
            </a:r>
            <a:endParaRPr lang="en-US" sz="12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영역에 시스템 구성도를 삽입하세요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ko-KR" alt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설명에 필요한 기술 요소를 포함하여 작성해 주세요</a:t>
            </a:r>
            <a:endParaRPr lang="en-US" sz="1200" dirty="0"/>
          </a:p>
          <a:p>
            <a:pPr marL="0" indent="0" algn="ctr">
              <a:buNone/>
            </a:pPr>
            <a:b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API Gateway / Agent Orchestrator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RAG Pipeline / Vector DB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LLM (Azure OpenAI / GPT-4 등)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</a:t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 </a:t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</a:t>
            </a:r>
            <a:r>
              <a:rPr lang="en-US" sz="85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기술명 (예: LangGraph + MCP)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Chain 방식으로 해결되지 않는 이유와 이 기술이 필요한 근거를 서술하세요.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활용: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구현했는지 핵심 포인트를 1~2줄로 작성하세요.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기술명 (예: RAG + Vector DB)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Fine-tuning, 키워드 검색 등 대안 대비 RAG를 선택한 근거를 서술하세요.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성과: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정확도, 응답 속도 등 측정 가능한 개선 지표를 포함하세요.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기술명 (예: Azure OpenAI / Whisper)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보안, 성능, 비용 등 실제 선택 기준을 명시하세요.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포인트: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Engineering, Tool Calling 설계 등 핵심 내용을 작성하세요.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구현으로 해결되지 않았던 핵심 기술 과제를 제시하세요.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단순 ReAct Agent는 10단계 이상의 Long-horizon task에서 계획 일관성(Coherence)을 잃고 실패했습니다.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Planner Agent가 먼저 전체 계획을 시뮬레이션(MCP 핵심)하고, LangGraph Self-Correction 루프로 계획을 동적 수정하는 Deep Reasoning 구조를 설계했습니다.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알고리즘 / 아키텍처 결정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of Thoughts / Self-Correction / Deep Reasoning 등 고급 기법을 사용했다면 논문 레퍼런스와 함께 적용 방법을 명시하세요.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접근이 필요했는가?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방법 대비 이 설계가 필요했던 기술적 근거를 1~2줄로 서술하세요.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XX%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지표 1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개선 내용 예: API 호출 성공률 향상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XX%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지표 2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개선 내용 예: 태스크 자동화율 달성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XX배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지표 3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개선 내용 예: 처리 속도 또는 정확도 향상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