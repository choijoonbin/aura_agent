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과제명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법인카드 지출 자동 감사 AI 에이전트 'AuraAgent'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멘   티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최준빈, 10697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멘   토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이재영 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문제를 해결하고자 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법인카드 사용 내역은 매월 수천 건이 발생하지만, 이상거래 탐지를 위한 수작업 검토로 리드타임이 과다하고 위험 누락이 빈번합니다.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문제가 중요한가? (비즈니스 임팩트)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미탐지 이상거래는 횡령·규정위반 리스크로 직결되며, 감사 추적 불가로 사후 소명도 어렵습니다. 담당자 번아웃과 반복 수작업 비용도 지속 발생합니다.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만들었는가?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법인카드 전표를 자율 분석하는 LangGraph 기반 멀티스텝 AI 에이전트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900" dirty="0"/>
          </a:p>
          <a:p>
            <a:pPr marL="0" indent="0">
              <a:buNone/>
            </a:pPr>
            <a:b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구성: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스크리너(위험분류) → 플래너(계획수립) → 실행(도구호출) → 비평가(자기검토) → 검증/HITL → 보고서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900" dirty="0"/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기술 스택: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/ Hybrid RAG (BM25+Dense+RRF+Rerank) / Azure OpenAI / PostgreSQL+pgvector / PaddleOCR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+17%p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Faithfulness 향상 (72% → 89%)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+11%p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Answer Relevance 향상 (81% → 92%)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184개</a:t>
            </a:r>
            <a:endParaRPr lang="en-US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테스트 전 통과 (스크리닝·에이전트·HITL·OCR 전 영역)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"전표 하나에 Planning → Self-Correction → HITL → 보고서까지 자율 완결하는 진짜 Agentic AI"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0" name="Text 8"/>
          <p:cNvSpPr/>
          <p:nvPr/>
        </p:nvSpPr>
        <p:spPr>
          <a:xfrm>
            <a:off x="530352" y="1888236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시스템 아키텍처 다이어그램 ]</a:t>
            </a:r>
            <a:endParaRPr lang="en-US" sz="12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아키텍처 이미지 삽입 예정 *</a:t>
            </a:r>
            <a:endParaRPr lang="en-US" sz="12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1200" dirty="0"/>
          </a:p>
          <a:p>
            <a:pPr marL="0" indent="0" algn="ctr">
              <a:buNone/>
            </a:pPr>
            <a:r>
              <a:rPr lang="ko-KR" alt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→ FastAPI → LangGraph Engine (8-node) → PostgreSQL+pgvector</a:t>
            </a:r>
            <a:endParaRPr lang="en-US" sz="1200" dirty="0"/>
          </a:p>
          <a:p>
            <a:pPr marL="0" indent="0" algn="ctr">
              <a:buNone/>
            </a:pPr>
            <a:b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r>
              <a:rPr lang="en-US" altLang="ko-KR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Screener → Planner → Execute → Critic → Verify/HITL → Reporter → Finalizer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RAG Pipeline / Vector DB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LLM (Azure OpenAI / GPT-4 등)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· </a:t>
            </a: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주요 </a:t>
            </a:r>
            <a:r>
              <a:rPr lang="en-US" sz="8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흐름 </a:t>
            </a:r>
            <a:r>
              <a:rPr lang="en-US" sz="85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</a:t>
            </a:r>
            <a:r>
              <a:rPr lang="en-US" sz="85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85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85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선택 근거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접근법으로 해결되지 않는 이유와 각 기술이 필요한 근거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StateGraph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Chain/ReAct는 조건 분기·상태 유지·HITL interrupt/resume 불가. 케이스별 라우팅과 PostgreSQL 체크포인터 기반 재개가 필수.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활용: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노드 StateGraph + 조건부 라우팅. PostgreSQL 체크포인터로 HITL pause/resume 보장. 분석 실패 시 Fail-closed 강제 HITL 분기.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(BM25 + Dense + RRF + Rerank)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키워드 검색은 조항 번호 매칭에 취약. Dense 단독은 정확한 문구 검색 불가. BM25+Dense 병렬 → RRF 융합 → Reranker 정제로 두 방식의 장점 결합.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성과: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Faithfulness 72% → 89% (+17%p), Answer Relevance 81% → 92% (+11%p). 조항 근거 없는 답변 대폭 감소.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Screening (LLM + 결정론적 가드레일)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분류는 환각 위험. 규칙 단독은 맥락 판단 불가. LLM confidence 0.75 미만 시 결정론적 규칙 우선 채택하는 가드레일 구조.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포인트: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케이스 분류(HOLIDAY_USAGE 등). _align_hybrid_case_type() 가드레일로 LLM vs Rule 합의 보장. 오분류 방지 이중 검증.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구현으로 해결되지 않았던 핵심 기술 과제를 제시하세요.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ReAct Agent는 법인카드 감사처럼 단계가 많고 맥락이 긴 태스크에서 계획 일관성을 잃고, 조항 근거 없이 편향된 결론을 생성했습니다.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해결했는가? (설계 결정)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Planner가 5단계 실행 계획 선수립 → Critic이 Self-Correction(과잉 주장 검토) → Verifier가 Fail-closed 정책으로 조항 미인용 시 강제 HITL 요청. 감사 의견서 수준의 근거 있는 판단 실현.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</a:t>
            </a: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알고리즘 / 아키텍처 결정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(5-step plan) + Self-Correction (Critic loop) + Fail-closed HITL + 조항 인용 규율. LangGraph StateGraph 조건부 분기로 구현.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접근이 필요했는가?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답변이 아닌 법적 증거력을 갖춘 감사 보고서가 목표. 조항 없는 결론과 무근거 주장을 구조적으로 차단해야 실무 도입 가능.</a:t>
            </a:r>
            <a:endParaRPr lang="en-US" sz="9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 xml:space="preserve"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 xml:space="preserve"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+17%p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RAG Faithfulness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72% → 89% 향상. 조항 근거 있는 답변 비율 대폭 증가.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+11%p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RAG Answer Relevance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81% → 92% 향상. 케이스 맥락에 정밀 매칭된 조항 인용.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100%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HITL 재개 안정성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PostgreSQL 체크포인터 도입으로 중단된 분석을 어떤 환경에서도 정확히 재개.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928</Words>
  <Application>Microsoft Macintosh PowerPoint</Application>
  <PresentationFormat>화면 슬라이드 쇼(16:9)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07457</cp:lastModifiedBy>
  <cp:revision>4</cp:revision>
  <dcterms:created xsi:type="dcterms:W3CDTF">2026-03-16T07:29:48Z</dcterms:created>
  <dcterms:modified xsi:type="dcterms:W3CDTF">2026-03-16T08:12:05Z</dcterms:modified>
</cp:coreProperties>
</file>